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Adaptive Learning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Apps  •  47+ Screens  •  PWA Ready  •  B2B White-Label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Presentation —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purpose-built apps — each designed for a specific stakeholder in the learning ecosystem.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personalized learning with adaptive tutoring, gamified progress, and multi-style explanations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screens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68880"/>
            <a:ext cx="73152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42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8163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 management with AI lesson plans, misconception radar, real-time analytics and push assignments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2606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screens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9184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6393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child monitoring with exam predictions, smart screen time tracking, and teacher communication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3429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screens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114800"/>
            <a:ext cx="73152" cy="7132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87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Org App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4622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dashboard with teacher management, class analytics, curriculum control, and billing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screens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• Teach • Practice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(6 Personas)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44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Cricket, Story, Game, Cooking, 'Like I'm 5' — students choose how they learn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Learning Journey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21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→ Teach-back → Practice for every topic with smart nudges and progress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&amp;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by voice — animated mic with real-time wave visualizer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Homework Help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any math/science problem, get AI-powered step-by-step solutions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Explainers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453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animated diagrams — fraction bars, convection beakers with real-time simulations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Buddy (Spark)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344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that proactively nudges students to practice weak topics at the right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87452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XP &amp; Streaks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121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XP for every action, maintain daily streaks, level up with confetti celebrations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Stories Feed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 — see classmates' streaks, mastery milestones, quiz completions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Quizzes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7492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MCQ, True/False, drag-to-order formats with empathetic wrong-streak feedback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20624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4453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links to real-world scenarios — 'Why does a fan make you feel cool?'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/ Teacher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8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Smarter with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44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Morning: prep tomorrow's class. Afternoon: check live stats. Evening: review &amp; push homework.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Lesson Plan Generator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lesson plans with warm-up, main activity, visual demo, guided practice, and exit ticket.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 Radar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2644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common student misconceptions (e.g., 'fractions = divide top by bottom') across the class.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Deep Profiles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245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skill map with signal levels (critical / developing / strong), private teacher notes, and timeline.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Assignments &amp; Nudges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1344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targeted practice to specific students or groups. 'Push Fractions quiz to 8 Foundation students.'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Polls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23042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in-class understanding checks — create poll, project results, see real-time response distribution.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 Exam Prediction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264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prediction with at-risk student flags. '5 students below 50% predicted.'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Enrollment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42245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heat maps, student groups (advanced/average/foundation), and enrollment tracking.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Informed, Stay Connected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Multi-Child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children with one tap. See mastery %, growth, XP, level, quiz count, and streak per child.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Performance Drill-Down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Per-subject and per-topic mastery with trend indicators (up/flat) and color-coded performance bars.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4320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16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Screen Time Tracking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time into Active Learning, Passive Learning, and Idle. Weekly bar chart with breakdown per day.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6616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 Exam Predictor with What-If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predicted exam range. Slider: 'What if Aarav does 2 more practice days/week?' — instant score boost projection.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874520" cy="5943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462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Highlights, concerns, teacher notes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4434840"/>
            <a:ext cx="1874520" cy="5943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0" y="4462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Messaging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709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 with child's teacher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434840"/>
            <a:ext cx="1874520" cy="5943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4462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709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of all learning activities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4434840"/>
            <a:ext cx="1874520" cy="5943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0" y="4462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Badges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4709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achievements and streaks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/ Org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Command Center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44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 view — total students, teachers, classes, active rate. Quick-action tiles for common tasks.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304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Add/view teachers with subject assignments, class allocations, effectiveness scores, and class averages.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Performance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264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with mastery %, active student counts, and drill-down to individual class details.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Detail Profiles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224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Per-teacher view: assigned classes, top/weak topics, student count, and effectiveness metrics.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Detail 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1344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breakdown, student list with performance, topic-level analytics per class.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&amp; Content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2304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NCERT textbooks, manage content library. AI indexes books for tutor reference.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White-Label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264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logo, color customization. Each institution gets their own branded experience.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Calendar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4224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management, payment tracking, academic calendar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scale, privacy, and intelligence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Tutoring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persona-based explanations that adapt to student comprehension level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50876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 across student responses to surface class-wide misunderstandings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5087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Prediction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SA1 score prediction with what-if analysis for intervention planning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Nudges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notifications — right topic, right time, right difficulty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97180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97180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Indexing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474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 uploaded textbooks to generate topic-aligned tutoring content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9718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Generation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474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animated explainers auto-generated for complex science/math concepts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5445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 •  React 19  •  TypeScript  •  PWA  •  GCP (Cloud Run)  •  PostgreSQL + RLS  •  Vertex AI / Gemini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White-Label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 designed for schools, coaching centers, and universities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to PhD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Curriculum-agnostic platform supporting CBSE, ICSE, State Boards, and university programs.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Branding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47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institution gets their own logo, colors, and domain. Students see their school brand.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393192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944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with PostgreSQL Row-Level Security. Data isolation per tenant guaranteed.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393192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Content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944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quizzes, AI-generated videos, textbooks shared across tenants. Reduce duplication.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93192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First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041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 compliant. Student data never shared with third parties. Per-tenant data controls.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393192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041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over 24 weeks. Phase 1 infrastructure cost: $136-227/month on GCP.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LearnAI?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060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explanations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edtech offers 6 learning styles per topic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060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→ Teach → Practice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Pedagogy-backed learning path with teach-back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060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25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Apps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ecosystem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Tutor + Parent + Admin in one platform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060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023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study buddy nudges before students fall behind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3017520"/>
            <a:ext cx="26060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52044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ready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4023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school can launch with their own branding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017520"/>
            <a:ext cx="26060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35508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monthly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023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GCP architecture that scales with demand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LearnAI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840480" y="2377440"/>
            <a:ext cx="1463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Adaptive Learning for Every Student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474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demo walkthrough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learnai-pwa.vercel.app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LearnAI — Product Overview</dc:title>
  <dc:subject>PptxGenJS Presentation</dc:subject>
  <dc:creator>LearnAI</dc:creator>
  <cp:lastModifiedBy>LearnAI</cp:lastModifiedBy>
  <cp:revision>1</cp:revision>
  <dcterms:created xsi:type="dcterms:W3CDTF">2026-03-18T01:44:08Z</dcterms:created>
  <dcterms:modified xsi:type="dcterms:W3CDTF">2026-03-18T01:44:08Z</dcterms:modified>
</cp:coreProperties>
</file>